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24" r:id="rId2"/>
    <p:sldId id="327" r:id="rId3"/>
    <p:sldId id="300" r:id="rId4"/>
    <p:sldId id="302" r:id="rId5"/>
    <p:sldId id="257" r:id="rId6"/>
    <p:sldId id="304" r:id="rId7"/>
    <p:sldId id="308" r:id="rId8"/>
    <p:sldId id="269" r:id="rId9"/>
    <p:sldId id="325" r:id="rId10"/>
    <p:sldId id="305" r:id="rId11"/>
    <p:sldId id="310" r:id="rId12"/>
    <p:sldId id="326" r:id="rId13"/>
    <p:sldId id="306" r:id="rId14"/>
    <p:sldId id="307" r:id="rId15"/>
    <p:sldId id="311" r:id="rId16"/>
    <p:sldId id="316" r:id="rId17"/>
    <p:sldId id="323" r:id="rId18"/>
    <p:sldId id="317" r:id="rId19"/>
    <p:sldId id="315" r:id="rId20"/>
    <p:sldId id="312" r:id="rId21"/>
    <p:sldId id="320" r:id="rId22"/>
    <p:sldId id="318" r:id="rId23"/>
    <p:sldId id="319" r:id="rId24"/>
    <p:sldId id="321" r:id="rId25"/>
    <p:sldId id="313" r:id="rId26"/>
    <p:sldId id="258" r:id="rId27"/>
    <p:sldId id="259" r:id="rId28"/>
    <p:sldId id="260" r:id="rId29"/>
    <p:sldId id="261" r:id="rId30"/>
    <p:sldId id="322" r:id="rId31"/>
    <p:sldId id="303" r:id="rId3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117" d="100"/>
          <a:sy n="117" d="100"/>
        </p:scale>
        <p:origin x="3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1F1ABA-B6DC-B437-5E69-AFD36FB1E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6B8F52-9C47-498E-3110-F920AA9321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C78811-F36F-08B3-DECC-69E0A7B85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2ADF7-F217-A749-B2C8-7159FE46CEB4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BA56F6-3FB7-B9D8-E609-16AF170F2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D88CC4-27CA-37B7-5984-1186BD5AA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5A687-08AD-1348-91E1-76F7645168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935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DE2E8-3257-1182-D4BC-60A7A1A2B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DB4841-B2FA-A6B7-96CA-296832DD6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0DBBBA-374B-E4B1-0FC2-BFB5B0DAA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2ADF7-F217-A749-B2C8-7159FE46CEB4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7BD8C6-0A25-C542-09BD-C9E318484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0399BB-3B43-68A9-B80C-9D5A01C6D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5A687-08AD-1348-91E1-76F7645168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8486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BB75AB-FB86-F770-31FF-6932D4210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CCFD76-CB1F-8382-AF96-3F0EEBA1C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BE5194-0F98-D489-A7A3-74B6CC28C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2ADF7-F217-A749-B2C8-7159FE46CEB4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B17A45-BDC0-F43C-61BB-1963AE008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93372F-A024-9557-7CB6-91680F4E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5A687-08AD-1348-91E1-76F7645168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3461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2627D0-6DA8-FCB5-8383-73DD8B29B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6C75C1-627E-8BF0-0987-76DC530406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6E431E0-C7EB-B850-3A80-40CF7BEA08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4C1E3AE-A7C9-0C74-C347-6CFEDEDAB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2ADF7-F217-A749-B2C8-7159FE46CEB4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063993-597C-515F-C4E1-826C0FAF1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1B66323-D81C-F0DE-BA47-B44CBD238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5A687-08AD-1348-91E1-76F7645168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4546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883E37-841C-C3CD-7DE4-CC8240D1E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AB7B84-39D4-4A51-4D0B-E29380075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F8F504-831C-F94C-A25B-87789B7A5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8523906-C866-5F0B-AD54-C8EE335433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1A005F7-CAC5-5C04-3AA7-101F265030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AB938D-FF50-4969-6125-5AB69C012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2ADF7-F217-A749-B2C8-7159FE46CEB4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1EF61F2-C038-C383-5BFA-232882510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22EE673-6C13-151D-924A-49421E2D0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5A687-08AD-1348-91E1-76F7645168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3858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9FAF3-E854-A8F3-F232-A7E8AD6D5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2CFC1DD-3C7D-97B9-22D7-589B140DA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2ADF7-F217-A749-B2C8-7159FE46CEB4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3F0C009-1C0F-CB98-5F87-F7D265972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13C757D-B084-1BFF-E9B8-27CFC0BDA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5A687-08AD-1348-91E1-76F7645168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6808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7CAA7C7-0E90-2DE6-706B-5912B1131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2ADF7-F217-A749-B2C8-7159FE46CEB4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DA263CF-B666-FC8F-5CFE-CCE6A511E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431E37A-2C3B-3B5D-C770-B4C463845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5A687-08AD-1348-91E1-76F7645168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5138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74ECA-7D03-3CF5-7D71-FB97C5DF9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1B836B-795C-7351-CF08-6D498926A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5F6171F-3D11-0A3C-FE91-B30ED21546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42E4C9-47E7-B86D-9D3E-7459E0B64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2ADF7-F217-A749-B2C8-7159FE46CEB4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5828F4-3E3E-C4A8-BE96-D345E836A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A32759C-9DE2-7E22-B608-3FF6F7E72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5A687-08AD-1348-91E1-76F7645168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9197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3060BD-165A-82B0-60EB-E525A9904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31B4E28-9C90-E84C-0E00-A656B3C4D3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0D81D0E-B39E-AD02-9DBF-041155B61B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42135A-8DB4-1DBC-6765-FB3340ED3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2ADF7-F217-A749-B2C8-7159FE46CEB4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0383E5C-0272-B977-F3FD-0FCEE7DEF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3BCE780-5081-7595-7BD8-58A0C7C74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5A687-08AD-1348-91E1-76F7645168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9785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EC7D96-7321-FDEF-6D8C-8F9BFD76E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9183D6D-0E20-4016-1023-27B922E03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D84928-8CC0-B862-C750-5B7180CC4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2ADF7-F217-A749-B2C8-7159FE46CEB4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310E37-0B01-5558-C24F-337B6717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11F337-7402-9C2C-C52F-AF1D11BC3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5A687-08AD-1348-91E1-76F7645168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407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FC12FA8-C4C4-42C7-D45C-80343BB17A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9166BC5-F763-2A45-6AC8-1D787C60CF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ED71AF-2FBE-2BA1-76A9-D64E8EAF4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2ADF7-F217-A749-B2C8-7159FE46CEB4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DD4DDD-1002-F2BA-71A2-A56EC90EB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7B9E1F-5BC2-556D-74C8-8A1431EE9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5A687-08AD-1348-91E1-76F7645168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642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Slide de Títul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ctr">
              <a:lnSpc>
                <a:spcPct val="90000"/>
              </a:lnSpc>
              <a:buNone/>
              <a:defRPr/>
            </a:lvl1pPr>
          </a:lstStyle>
          <a:p>
            <a:pPr indent="0" algn="ctr">
              <a:lnSpc>
                <a:spcPct val="90000"/>
              </a:lnSpc>
              <a:buNone/>
            </a:pPr>
            <a:r>
              <a:rPr lang="en-U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4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r>
              <a:rPr lang="pt-BR"/>
              <a:t>&lt;data/hora&gt;</a:t>
            </a:r>
            <a:endParaRPr lang="pt-BR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05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r>
              <a:rPr lang="pt-BR"/>
              <a:t>&lt;rodapé&gt;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fld id="{FA579089-8000-4FD4-86B0-53DF4B9EA4D0}" type="slidenum">
              <a:rPr lang="pt-BR" smtClean="0"/>
              <a:pPr/>
              <a:t>‹nº›</a:t>
            </a:fld>
            <a:endParaRPr lang="pt-BR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</a:p>
          <a:p>
            <a:pPr marL="648000" lvl="1" indent="-243000">
              <a:lnSpc>
                <a:spcPct val="90000"/>
              </a:lnSpc>
              <a:spcBef>
                <a:spcPts val="85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</a:p>
          <a:p>
            <a:pPr marL="972000" lvl="2" indent="-216000">
              <a:lnSpc>
                <a:spcPct val="90000"/>
              </a:lnSpc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</a:p>
          <a:p>
            <a:pPr marL="1296000" lvl="3" indent="-162000">
              <a:lnSpc>
                <a:spcPct val="90000"/>
              </a:lnSpc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</a:p>
          <a:p>
            <a:pPr marL="1620000" lvl="4" indent="-1620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</a:p>
          <a:p>
            <a:pPr marL="1944000" lvl="5" indent="-1620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</a:p>
          <a:p>
            <a:pPr marL="2268000" lvl="6" indent="-1620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</a:p>
        </p:txBody>
      </p:sp>
    </p:spTree>
    <p:extLst>
      <p:ext uri="{BB962C8B-B14F-4D97-AF65-F5344CB8AC3E}">
        <p14:creationId xmlns:p14="http://schemas.microsoft.com/office/powerpoint/2010/main" val="1082026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3C07737-622C-223A-DBC3-5263E372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AA74018-F57E-1012-5E81-CEA5C71B3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793FAA-C950-8D89-D982-AFBDE5DA3F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52ADF7-F217-A749-B2C8-7159FE46CEB4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BCC76D-FF26-1929-274E-675C1AE9C7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795813-2856-E273-54C0-086CF96F09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85A687-08AD-1348-91E1-76F7645168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9734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ogo Ipog | Sescon Campinas">
            <a:extLst>
              <a:ext uri="{FF2B5EF4-FFF2-40B4-BE49-F238E27FC236}">
                <a16:creationId xmlns:a16="http://schemas.microsoft.com/office/drawing/2014/main" id="{9A411019-24F9-EFF0-E724-CD4DBEED4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CFAF8A0-0469-D7EC-A87B-D359567021AC}"/>
              </a:ext>
            </a:extLst>
          </p:cNvPr>
          <p:cNvSpPr txBox="1"/>
          <p:nvPr/>
        </p:nvSpPr>
        <p:spPr>
          <a:xfrm>
            <a:off x="2814638" y="4743450"/>
            <a:ext cx="6586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NEUROANATOMOFISIOLOGIA</a:t>
            </a:r>
            <a:r>
              <a:rPr lang="pt-BR" dirty="0">
                <a:effectLst/>
              </a:rPr>
              <a:t>  PARA </a:t>
            </a:r>
            <a:r>
              <a:rPr lang="pt-BR" dirty="0"/>
              <a:t>PSICOLOGIA </a:t>
            </a:r>
          </a:p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3769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m 5" descr="Forma&#10;&#10;Descrição gerada automaticamente com confiança média"/>
          <p:cNvPicPr/>
          <p:nvPr/>
        </p:nvPicPr>
        <p:blipFill>
          <a:blip r:embed="rId2"/>
          <a:stretch/>
        </p:blipFill>
        <p:spPr>
          <a:xfrm>
            <a:off x="1524000" y="857250"/>
            <a:ext cx="9143820" cy="514323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PlaceHolder 2"/>
          <p:cNvSpPr>
            <a:spLocks noGrp="1"/>
          </p:cNvSpPr>
          <p:nvPr>
            <p:ph type="subTitle"/>
          </p:nvPr>
        </p:nvSpPr>
        <p:spPr>
          <a:xfrm>
            <a:off x="2666835" y="3918098"/>
            <a:ext cx="6857730" cy="1241460"/>
          </a:xfrm>
          <a:prstGeom prst="rect">
            <a:avLst/>
          </a:prstGeom>
          <a:noFill/>
          <a:ln w="0">
            <a:noFill/>
          </a:ln>
        </p:spPr>
        <p:txBody>
          <a:bodyPr vert="horz" lIns="68580" tIns="34290" rIns="68580" bIns="34290" numCol="1" spcCol="0" rtlCol="0" anchor="t">
            <a:noAutofit/>
          </a:bodyPr>
          <a:lstStyle/>
          <a:p>
            <a:r>
              <a:rPr lang="pt-BR" sz="1800" dirty="0">
                <a:solidFill>
                  <a:schemeClr val="dk1"/>
                </a:solidFill>
                <a:latin typeface="Calibri"/>
              </a:rPr>
              <a:t>Profa. Dra. Laiza Barros</a:t>
            </a:r>
          </a:p>
          <a:p>
            <a:r>
              <a:rPr lang="pt-BR" sz="1800" dirty="0">
                <a:solidFill>
                  <a:schemeClr val="dk1"/>
                </a:solidFill>
                <a:latin typeface="Calibri"/>
              </a:rPr>
              <a:t>  </a:t>
            </a:r>
          </a:p>
          <a:p>
            <a:r>
              <a:rPr lang="pt-BR" sz="1800" dirty="0">
                <a:solidFill>
                  <a:schemeClr val="dk1"/>
                </a:solidFill>
                <a:latin typeface="Calibri"/>
              </a:rPr>
              <a:t>2026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32ACAA4-A072-93D9-5C90-2145DC950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EMBRIOLOGIA</a:t>
            </a:r>
            <a:br>
              <a:rPr lang="pt-BR" dirty="0"/>
            </a:b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BA27FAA-C5E1-03FA-C1E4-CEC532ED3529}"/>
              </a:ext>
            </a:extLst>
          </p:cNvPr>
          <p:cNvSpPr txBox="1"/>
          <p:nvPr/>
        </p:nvSpPr>
        <p:spPr>
          <a:xfrm>
            <a:off x="2814638" y="4743450"/>
            <a:ext cx="6586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NEUROANATOMOFISIOLOGIA</a:t>
            </a:r>
            <a:r>
              <a:rPr lang="pt-BR" dirty="0">
                <a:effectLst/>
              </a:rPr>
              <a:t>  PARA </a:t>
            </a:r>
            <a:r>
              <a:rPr lang="pt-BR" dirty="0"/>
              <a:t>PSICOLOGIA </a:t>
            </a:r>
          </a:p>
          <a:p>
            <a:pPr algn="ctr"/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5D9FC6AC-4A12-4825-8ABE-0732B8EF4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A fecundação: tudo o que você deveria saber - Sou Mamãe">
            <a:extLst>
              <a:ext uri="{FF2B5EF4-FFF2-40B4-BE49-F238E27FC236}">
                <a16:creationId xmlns:a16="http://schemas.microsoft.com/office/drawing/2014/main" id="{55EE3AA2-A10B-2017-7C5A-255754DEBE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5535"/>
          <a:stretch/>
        </p:blipFill>
        <p:spPr bwMode="auto">
          <a:xfrm>
            <a:off x="1" y="10"/>
            <a:ext cx="11862683" cy="6857990"/>
          </a:xfrm>
          <a:custGeom>
            <a:avLst/>
            <a:gdLst/>
            <a:ahLst/>
            <a:cxnLst/>
            <a:rect l="l" t="t" r="r" b="b"/>
            <a:pathLst>
              <a:path w="11862683" h="6858000">
                <a:moveTo>
                  <a:pt x="0" y="0"/>
                </a:moveTo>
                <a:lnTo>
                  <a:pt x="4038600" y="0"/>
                </a:lnTo>
                <a:lnTo>
                  <a:pt x="4114800" y="0"/>
                </a:lnTo>
                <a:lnTo>
                  <a:pt x="4282294" y="0"/>
                </a:lnTo>
                <a:lnTo>
                  <a:pt x="6139260" y="0"/>
                </a:lnTo>
                <a:lnTo>
                  <a:pt x="6362810" y="0"/>
                </a:lnTo>
                <a:lnTo>
                  <a:pt x="7272221" y="0"/>
                </a:lnTo>
                <a:lnTo>
                  <a:pt x="10815342" y="0"/>
                </a:lnTo>
                <a:cubicBezTo>
                  <a:pt x="10709672" y="35571"/>
                  <a:pt x="10607020" y="78255"/>
                  <a:pt x="10501350" y="110269"/>
                </a:cubicBezTo>
                <a:cubicBezTo>
                  <a:pt x="10516447" y="145839"/>
                  <a:pt x="10531542" y="138725"/>
                  <a:pt x="10546639" y="135168"/>
                </a:cubicBezTo>
                <a:cubicBezTo>
                  <a:pt x="10637212" y="120941"/>
                  <a:pt x="10730806" y="110269"/>
                  <a:pt x="10818360" y="71141"/>
                </a:cubicBezTo>
                <a:cubicBezTo>
                  <a:pt x="10839496" y="64027"/>
                  <a:pt x="10863648" y="64027"/>
                  <a:pt x="10872705" y="88927"/>
                </a:cubicBezTo>
                <a:cubicBezTo>
                  <a:pt x="10887801" y="124497"/>
                  <a:pt x="10866668" y="145839"/>
                  <a:pt x="10845532" y="163625"/>
                </a:cubicBezTo>
                <a:cubicBezTo>
                  <a:pt x="10809304" y="195638"/>
                  <a:pt x="10767036" y="188525"/>
                  <a:pt x="10727787" y="192082"/>
                </a:cubicBezTo>
                <a:cubicBezTo>
                  <a:pt x="10619098" y="209867"/>
                  <a:pt x="10567772" y="259665"/>
                  <a:pt x="10543619" y="373491"/>
                </a:cubicBezTo>
                <a:cubicBezTo>
                  <a:pt x="10637212" y="327250"/>
                  <a:pt x="10730806" y="384162"/>
                  <a:pt x="10821380" y="352148"/>
                </a:cubicBezTo>
                <a:cubicBezTo>
                  <a:pt x="10845532" y="345034"/>
                  <a:pt x="10881763" y="355706"/>
                  <a:pt x="10869686" y="394834"/>
                </a:cubicBezTo>
                <a:cubicBezTo>
                  <a:pt x="10857610" y="430405"/>
                  <a:pt x="10818360" y="458860"/>
                  <a:pt x="10887801" y="451747"/>
                </a:cubicBezTo>
                <a:cubicBezTo>
                  <a:pt x="10939127" y="448189"/>
                  <a:pt x="10954222" y="405504"/>
                  <a:pt x="10969318" y="359262"/>
                </a:cubicBezTo>
                <a:cubicBezTo>
                  <a:pt x="10981394" y="334364"/>
                  <a:pt x="11014605" y="320135"/>
                  <a:pt x="11038758" y="334364"/>
                </a:cubicBezTo>
                <a:cubicBezTo>
                  <a:pt x="11068949" y="348592"/>
                  <a:pt x="11059892" y="387720"/>
                  <a:pt x="11059892" y="416176"/>
                </a:cubicBezTo>
                <a:cubicBezTo>
                  <a:pt x="11062912" y="469532"/>
                  <a:pt x="11038758" y="494431"/>
                  <a:pt x="10996491" y="505101"/>
                </a:cubicBezTo>
                <a:cubicBezTo>
                  <a:pt x="10945164" y="519330"/>
                  <a:pt x="10893840" y="537116"/>
                  <a:pt x="10827418" y="558458"/>
                </a:cubicBezTo>
                <a:cubicBezTo>
                  <a:pt x="10899878" y="594028"/>
                  <a:pt x="10954222" y="586915"/>
                  <a:pt x="11008566" y="558458"/>
                </a:cubicBezTo>
                <a:cubicBezTo>
                  <a:pt x="11074988" y="526444"/>
                  <a:pt x="11162542" y="483759"/>
                  <a:pt x="11216886" y="522887"/>
                </a:cubicBezTo>
                <a:cubicBezTo>
                  <a:pt x="11298403" y="579800"/>
                  <a:pt x="11364824" y="544229"/>
                  <a:pt x="11437284" y="533558"/>
                </a:cubicBezTo>
                <a:cubicBezTo>
                  <a:pt x="11588242" y="512216"/>
                  <a:pt x="11494648" y="480203"/>
                  <a:pt x="11645605" y="462417"/>
                </a:cubicBezTo>
                <a:cubicBezTo>
                  <a:pt x="11705988" y="455303"/>
                  <a:pt x="11769390" y="426847"/>
                  <a:pt x="11856944" y="465975"/>
                </a:cubicBezTo>
                <a:cubicBezTo>
                  <a:pt x="11461437" y="672284"/>
                  <a:pt x="11274250" y="658055"/>
                  <a:pt x="10921012" y="910606"/>
                </a:cubicBezTo>
                <a:cubicBezTo>
                  <a:pt x="10936107" y="935506"/>
                  <a:pt x="10951202" y="924835"/>
                  <a:pt x="10966299" y="921277"/>
                </a:cubicBezTo>
                <a:cubicBezTo>
                  <a:pt x="10990452" y="917720"/>
                  <a:pt x="11020644" y="903491"/>
                  <a:pt x="11026682" y="949734"/>
                </a:cubicBezTo>
                <a:cubicBezTo>
                  <a:pt x="11029702" y="985305"/>
                  <a:pt x="11011585" y="1003089"/>
                  <a:pt x="10981394" y="1006647"/>
                </a:cubicBezTo>
                <a:cubicBezTo>
                  <a:pt x="10893840" y="1020875"/>
                  <a:pt x="10815342" y="1070674"/>
                  <a:pt x="10736844" y="1113358"/>
                </a:cubicBezTo>
                <a:cubicBezTo>
                  <a:pt x="10700615" y="1131144"/>
                  <a:pt x="10661366" y="1156043"/>
                  <a:pt x="10676462" y="1220069"/>
                </a:cubicBezTo>
                <a:cubicBezTo>
                  <a:pt x="10706652" y="1237855"/>
                  <a:pt x="10727787" y="1212955"/>
                  <a:pt x="10751940" y="1209399"/>
                </a:cubicBezTo>
                <a:cubicBezTo>
                  <a:pt x="10776093" y="1205842"/>
                  <a:pt x="10833457" y="1220069"/>
                  <a:pt x="10818360" y="1230741"/>
                </a:cubicBezTo>
                <a:cubicBezTo>
                  <a:pt x="10748920" y="1269868"/>
                  <a:pt x="10875724" y="1365909"/>
                  <a:pt x="10791190" y="1365909"/>
                </a:cubicBezTo>
                <a:cubicBezTo>
                  <a:pt x="10652309" y="1365909"/>
                  <a:pt x="10576830" y="1536647"/>
                  <a:pt x="10443988" y="1540204"/>
                </a:cubicBezTo>
                <a:cubicBezTo>
                  <a:pt x="10422854" y="1540204"/>
                  <a:pt x="10413797" y="1572219"/>
                  <a:pt x="10413797" y="1597117"/>
                </a:cubicBezTo>
                <a:cubicBezTo>
                  <a:pt x="10413797" y="1629132"/>
                  <a:pt x="10434930" y="1632688"/>
                  <a:pt x="10456064" y="1636245"/>
                </a:cubicBezTo>
                <a:cubicBezTo>
                  <a:pt x="10489275" y="1639802"/>
                  <a:pt x="10525504" y="1597117"/>
                  <a:pt x="10567772" y="1657587"/>
                </a:cubicBezTo>
                <a:cubicBezTo>
                  <a:pt x="10489275" y="1693158"/>
                  <a:pt x="10407758" y="1728729"/>
                  <a:pt x="10410777" y="1849668"/>
                </a:cubicBezTo>
                <a:cubicBezTo>
                  <a:pt x="10410777" y="1881683"/>
                  <a:pt x="10377566" y="1895910"/>
                  <a:pt x="10353413" y="1903025"/>
                </a:cubicBezTo>
                <a:cubicBezTo>
                  <a:pt x="10311146" y="1917252"/>
                  <a:pt x="10277935" y="1938595"/>
                  <a:pt x="10253782" y="1984836"/>
                </a:cubicBezTo>
                <a:cubicBezTo>
                  <a:pt x="10253782" y="1995507"/>
                  <a:pt x="10253782" y="2002622"/>
                  <a:pt x="10253782" y="2013292"/>
                </a:cubicBezTo>
                <a:cubicBezTo>
                  <a:pt x="10259820" y="2123562"/>
                  <a:pt x="10320202" y="2120004"/>
                  <a:pt x="10386624" y="2102219"/>
                </a:cubicBezTo>
                <a:cubicBezTo>
                  <a:pt x="10465122" y="2080877"/>
                  <a:pt x="10543619" y="2038192"/>
                  <a:pt x="10628156" y="2077320"/>
                </a:cubicBezTo>
                <a:cubicBezTo>
                  <a:pt x="10510408" y="2130676"/>
                  <a:pt x="10380586" y="2134233"/>
                  <a:pt x="10271896" y="2208931"/>
                </a:cubicBezTo>
                <a:cubicBezTo>
                  <a:pt x="10676462" y="2223159"/>
                  <a:pt x="11032720" y="1984836"/>
                  <a:pt x="11425208" y="1892353"/>
                </a:cubicBezTo>
                <a:cubicBezTo>
                  <a:pt x="11413131" y="1952823"/>
                  <a:pt x="11379920" y="1967051"/>
                  <a:pt x="11352748" y="1974165"/>
                </a:cubicBezTo>
                <a:cubicBezTo>
                  <a:pt x="11207830" y="2020407"/>
                  <a:pt x="11081026" y="2112891"/>
                  <a:pt x="10948184" y="2191146"/>
                </a:cubicBezTo>
                <a:cubicBezTo>
                  <a:pt x="10893840" y="2223159"/>
                  <a:pt x="10854590" y="2258731"/>
                  <a:pt x="10833457" y="2326314"/>
                </a:cubicBezTo>
                <a:cubicBezTo>
                  <a:pt x="10815342" y="2390340"/>
                  <a:pt x="10779112" y="2418796"/>
                  <a:pt x="10712690" y="2401012"/>
                </a:cubicBezTo>
                <a:cubicBezTo>
                  <a:pt x="10658346" y="2386784"/>
                  <a:pt x="10600982" y="2393898"/>
                  <a:pt x="10543619" y="2401012"/>
                </a:cubicBezTo>
                <a:cubicBezTo>
                  <a:pt x="10480218" y="2408126"/>
                  <a:pt x="10407758" y="2479267"/>
                  <a:pt x="10422854" y="2518395"/>
                </a:cubicBezTo>
                <a:cubicBezTo>
                  <a:pt x="10453044" y="2582422"/>
                  <a:pt x="10504370" y="2550408"/>
                  <a:pt x="10546639" y="2543294"/>
                </a:cubicBezTo>
                <a:cubicBezTo>
                  <a:pt x="10597964" y="2536181"/>
                  <a:pt x="10691556" y="2518395"/>
                  <a:pt x="10691556" y="2525509"/>
                </a:cubicBezTo>
                <a:cubicBezTo>
                  <a:pt x="10724768" y="2685576"/>
                  <a:pt x="10800246" y="2564636"/>
                  <a:pt x="10854590" y="2564636"/>
                </a:cubicBezTo>
                <a:cubicBezTo>
                  <a:pt x="10905916" y="2564636"/>
                  <a:pt x="10957241" y="2546851"/>
                  <a:pt x="11005548" y="2532623"/>
                </a:cubicBezTo>
                <a:cubicBezTo>
                  <a:pt x="11068949" y="2514837"/>
                  <a:pt x="11126312" y="2546851"/>
                  <a:pt x="11186696" y="2553965"/>
                </a:cubicBezTo>
                <a:cubicBezTo>
                  <a:pt x="11241040" y="2561080"/>
                  <a:pt x="11210850" y="2653563"/>
                  <a:pt x="11244060" y="2692689"/>
                </a:cubicBezTo>
                <a:cubicBezTo>
                  <a:pt x="11250097" y="2703362"/>
                  <a:pt x="11256136" y="2703362"/>
                  <a:pt x="11262174" y="2703362"/>
                </a:cubicBezTo>
                <a:cubicBezTo>
                  <a:pt x="11280289" y="2980812"/>
                  <a:pt x="11597299" y="2913227"/>
                  <a:pt x="11597299" y="2923898"/>
                </a:cubicBezTo>
                <a:cubicBezTo>
                  <a:pt x="11624471" y="2941684"/>
                  <a:pt x="11657682" y="2899000"/>
                  <a:pt x="11690892" y="2941684"/>
                </a:cubicBezTo>
                <a:cubicBezTo>
                  <a:pt x="11548993" y="3137322"/>
                  <a:pt x="11331614" y="3183563"/>
                  <a:pt x="11138390" y="3329402"/>
                </a:cubicBezTo>
                <a:cubicBezTo>
                  <a:pt x="11298403" y="3379202"/>
                  <a:pt x="11391998" y="3208463"/>
                  <a:pt x="11509744" y="3229805"/>
                </a:cubicBezTo>
                <a:cubicBezTo>
                  <a:pt x="11567107" y="3283162"/>
                  <a:pt x="11395016" y="3368530"/>
                  <a:pt x="11561068" y="3393429"/>
                </a:cubicBezTo>
                <a:cubicBezTo>
                  <a:pt x="11488610" y="3439672"/>
                  <a:pt x="11437284" y="3485914"/>
                  <a:pt x="11385959" y="3539269"/>
                </a:cubicBezTo>
                <a:cubicBezTo>
                  <a:pt x="11298403" y="3635309"/>
                  <a:pt x="11280289" y="3699337"/>
                  <a:pt x="11322556" y="3827390"/>
                </a:cubicBezTo>
                <a:cubicBezTo>
                  <a:pt x="11349730" y="3912759"/>
                  <a:pt x="11388978" y="3991015"/>
                  <a:pt x="11352748" y="4090612"/>
                </a:cubicBezTo>
                <a:cubicBezTo>
                  <a:pt x="11328595" y="4158196"/>
                  <a:pt x="11337653" y="4204438"/>
                  <a:pt x="11428226" y="4172424"/>
                </a:cubicBezTo>
                <a:cubicBezTo>
                  <a:pt x="11524840" y="4140411"/>
                  <a:pt x="11561068" y="4200882"/>
                  <a:pt x="11536915" y="4321821"/>
                </a:cubicBezTo>
                <a:cubicBezTo>
                  <a:pt x="11521821" y="4400076"/>
                  <a:pt x="11536915" y="4424975"/>
                  <a:pt x="11603338" y="4414305"/>
                </a:cubicBezTo>
                <a:cubicBezTo>
                  <a:pt x="11675796" y="4403633"/>
                  <a:pt x="11745236" y="4353835"/>
                  <a:pt x="11835811" y="4378734"/>
                </a:cubicBezTo>
                <a:cubicBezTo>
                  <a:pt x="11763352" y="4521016"/>
                  <a:pt x="11609374" y="4478331"/>
                  <a:pt x="11524840" y="4613499"/>
                </a:cubicBezTo>
                <a:cubicBezTo>
                  <a:pt x="11624471" y="4613499"/>
                  <a:pt x="11702969" y="4613499"/>
                  <a:pt x="11775427" y="4585042"/>
                </a:cubicBezTo>
                <a:cubicBezTo>
                  <a:pt x="11805619" y="4574373"/>
                  <a:pt x="11838830" y="4560144"/>
                  <a:pt x="11856944" y="4602828"/>
                </a:cubicBezTo>
                <a:cubicBezTo>
                  <a:pt x="11878080" y="4652628"/>
                  <a:pt x="11835811" y="4670412"/>
                  <a:pt x="11811658" y="4677526"/>
                </a:cubicBezTo>
                <a:cubicBezTo>
                  <a:pt x="11742216" y="4702425"/>
                  <a:pt x="11687874" y="4759339"/>
                  <a:pt x="11627490" y="4805580"/>
                </a:cubicBezTo>
                <a:cubicBezTo>
                  <a:pt x="11497668" y="4905177"/>
                  <a:pt x="11355767" y="4990547"/>
                  <a:pt x="11247078" y="5154171"/>
                </a:cubicBezTo>
                <a:cubicBezTo>
                  <a:pt x="11382940" y="5111487"/>
                  <a:pt x="11485590" y="5011889"/>
                  <a:pt x="11615414" y="4994104"/>
                </a:cubicBezTo>
                <a:cubicBezTo>
                  <a:pt x="11503704" y="5143500"/>
                  <a:pt x="11361806" y="5243097"/>
                  <a:pt x="11228964" y="5353367"/>
                </a:cubicBezTo>
                <a:cubicBezTo>
                  <a:pt x="11189714" y="5385379"/>
                  <a:pt x="11150466" y="5406721"/>
                  <a:pt x="11144428" y="5474306"/>
                </a:cubicBezTo>
                <a:cubicBezTo>
                  <a:pt x="11126312" y="5605917"/>
                  <a:pt x="11078008" y="5712629"/>
                  <a:pt x="10969318" y="5769542"/>
                </a:cubicBezTo>
                <a:cubicBezTo>
                  <a:pt x="10969318" y="5769542"/>
                  <a:pt x="10975356" y="5790884"/>
                  <a:pt x="10978374" y="5801555"/>
                </a:cubicBezTo>
                <a:cubicBezTo>
                  <a:pt x="11044797" y="5805112"/>
                  <a:pt x="11096122" y="5726858"/>
                  <a:pt x="11177639" y="5755314"/>
                </a:cubicBezTo>
                <a:cubicBezTo>
                  <a:pt x="11096122" y="5862025"/>
                  <a:pt x="11029702" y="5954508"/>
                  <a:pt x="10917992" y="6004307"/>
                </a:cubicBezTo>
                <a:cubicBezTo>
                  <a:pt x="10827418" y="6043434"/>
                  <a:pt x="10715710" y="6068335"/>
                  <a:pt x="10649289" y="6196388"/>
                </a:cubicBezTo>
                <a:cubicBezTo>
                  <a:pt x="10724768" y="6221287"/>
                  <a:pt x="10782132" y="6189274"/>
                  <a:pt x="10839496" y="6167932"/>
                </a:cubicBezTo>
                <a:cubicBezTo>
                  <a:pt x="10927050" y="6132361"/>
                  <a:pt x="11014605" y="6093234"/>
                  <a:pt x="11102160" y="6057663"/>
                </a:cubicBezTo>
                <a:cubicBezTo>
                  <a:pt x="11135372" y="6043434"/>
                  <a:pt x="11171600" y="6036320"/>
                  <a:pt x="11192734" y="6100347"/>
                </a:cubicBezTo>
                <a:cubicBezTo>
                  <a:pt x="11081026" y="6114575"/>
                  <a:pt x="11014605" y="6199945"/>
                  <a:pt x="10945164" y="6281757"/>
                </a:cubicBezTo>
                <a:cubicBezTo>
                  <a:pt x="10905916" y="6327999"/>
                  <a:pt x="10872705" y="6388469"/>
                  <a:pt x="10803265" y="6367127"/>
                </a:cubicBezTo>
                <a:cubicBezTo>
                  <a:pt x="10767036" y="6356456"/>
                  <a:pt x="10742882" y="6388469"/>
                  <a:pt x="10745901" y="6431153"/>
                </a:cubicBezTo>
                <a:cubicBezTo>
                  <a:pt x="10760998" y="6580550"/>
                  <a:pt x="10673442" y="6630349"/>
                  <a:pt x="10582868" y="6658805"/>
                </a:cubicBezTo>
                <a:cubicBezTo>
                  <a:pt x="10450026" y="6701489"/>
                  <a:pt x="10332280" y="6786859"/>
                  <a:pt x="10208496" y="6858000"/>
                </a:cubicBezTo>
                <a:lnTo>
                  <a:pt x="7272221" y="6858000"/>
                </a:lnTo>
                <a:lnTo>
                  <a:pt x="6362810" y="6858000"/>
                </a:lnTo>
                <a:lnTo>
                  <a:pt x="6139260" y="6858000"/>
                </a:lnTo>
                <a:lnTo>
                  <a:pt x="4282294" y="6858000"/>
                </a:lnTo>
                <a:lnTo>
                  <a:pt x="4114800" y="6858000"/>
                </a:lnTo>
                <a:lnTo>
                  <a:pt x="4038600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001AF73-3F41-C046-12DC-20C9AA713694}"/>
              </a:ext>
            </a:extLst>
          </p:cNvPr>
          <p:cNvSpPr txBox="1"/>
          <p:nvPr/>
        </p:nvSpPr>
        <p:spPr>
          <a:xfrm>
            <a:off x="0" y="6642546"/>
            <a:ext cx="61507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/>
              <a:t>https://</a:t>
            </a:r>
            <a:r>
              <a:rPr lang="pt-BR" sz="800" dirty="0" err="1"/>
              <a:t>soumamae.com.br</a:t>
            </a:r>
            <a:r>
              <a:rPr lang="pt-BR" sz="800" dirty="0"/>
              <a:t>/</a:t>
            </a:r>
            <a:r>
              <a:rPr lang="pt-BR" sz="800" dirty="0" err="1"/>
              <a:t>fecundacao</a:t>
            </a:r>
            <a:r>
              <a:rPr lang="pt-BR" sz="800" dirty="0"/>
              <a:t>-tudo-o-que-</a:t>
            </a:r>
            <a:r>
              <a:rPr lang="pt-BR" sz="800" dirty="0" err="1"/>
              <a:t>voce</a:t>
            </a:r>
            <a:r>
              <a:rPr lang="pt-BR" sz="800" dirty="0"/>
              <a:t>-deveria-saber/</a:t>
            </a:r>
          </a:p>
        </p:txBody>
      </p:sp>
    </p:spTree>
    <p:extLst>
      <p:ext uri="{BB962C8B-B14F-4D97-AF65-F5344CB8AC3E}">
        <p14:creationId xmlns:p14="http://schemas.microsoft.com/office/powerpoint/2010/main" val="2195023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fecundação: tudo o que você deveria saber - Sou Mamãe">
            <a:extLst>
              <a:ext uri="{FF2B5EF4-FFF2-40B4-BE49-F238E27FC236}">
                <a16:creationId xmlns:a16="http://schemas.microsoft.com/office/drawing/2014/main" id="{9B5A4F8E-BD8E-0A7F-3FB3-87C3F41E83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1046"/>
          <a:stretch/>
        </p:blipFill>
        <p:spPr bwMode="auto">
          <a:xfrm>
            <a:off x="357191" y="171462"/>
            <a:ext cx="11862683" cy="6457940"/>
          </a:xfrm>
          <a:custGeom>
            <a:avLst/>
            <a:gdLst/>
            <a:ahLst/>
            <a:cxnLst/>
            <a:rect l="l" t="t" r="r" b="b"/>
            <a:pathLst>
              <a:path w="11862683" h="6858000">
                <a:moveTo>
                  <a:pt x="0" y="0"/>
                </a:moveTo>
                <a:lnTo>
                  <a:pt x="4038600" y="0"/>
                </a:lnTo>
                <a:lnTo>
                  <a:pt x="4114800" y="0"/>
                </a:lnTo>
                <a:lnTo>
                  <a:pt x="4282294" y="0"/>
                </a:lnTo>
                <a:lnTo>
                  <a:pt x="6139260" y="0"/>
                </a:lnTo>
                <a:lnTo>
                  <a:pt x="6362810" y="0"/>
                </a:lnTo>
                <a:lnTo>
                  <a:pt x="7272221" y="0"/>
                </a:lnTo>
                <a:lnTo>
                  <a:pt x="10815342" y="0"/>
                </a:lnTo>
                <a:cubicBezTo>
                  <a:pt x="10709672" y="35571"/>
                  <a:pt x="10607020" y="78255"/>
                  <a:pt x="10501350" y="110269"/>
                </a:cubicBezTo>
                <a:cubicBezTo>
                  <a:pt x="10516447" y="145839"/>
                  <a:pt x="10531542" y="138725"/>
                  <a:pt x="10546639" y="135168"/>
                </a:cubicBezTo>
                <a:cubicBezTo>
                  <a:pt x="10637212" y="120941"/>
                  <a:pt x="10730806" y="110269"/>
                  <a:pt x="10818360" y="71141"/>
                </a:cubicBezTo>
                <a:cubicBezTo>
                  <a:pt x="10839496" y="64027"/>
                  <a:pt x="10863648" y="64027"/>
                  <a:pt x="10872705" y="88927"/>
                </a:cubicBezTo>
                <a:cubicBezTo>
                  <a:pt x="10887801" y="124497"/>
                  <a:pt x="10866668" y="145839"/>
                  <a:pt x="10845532" y="163625"/>
                </a:cubicBezTo>
                <a:cubicBezTo>
                  <a:pt x="10809304" y="195638"/>
                  <a:pt x="10767036" y="188525"/>
                  <a:pt x="10727787" y="192082"/>
                </a:cubicBezTo>
                <a:cubicBezTo>
                  <a:pt x="10619098" y="209867"/>
                  <a:pt x="10567772" y="259665"/>
                  <a:pt x="10543619" y="373491"/>
                </a:cubicBezTo>
                <a:cubicBezTo>
                  <a:pt x="10637212" y="327250"/>
                  <a:pt x="10730806" y="384162"/>
                  <a:pt x="10821380" y="352148"/>
                </a:cubicBezTo>
                <a:cubicBezTo>
                  <a:pt x="10845532" y="345034"/>
                  <a:pt x="10881763" y="355706"/>
                  <a:pt x="10869686" y="394834"/>
                </a:cubicBezTo>
                <a:cubicBezTo>
                  <a:pt x="10857610" y="430405"/>
                  <a:pt x="10818360" y="458860"/>
                  <a:pt x="10887801" y="451747"/>
                </a:cubicBezTo>
                <a:cubicBezTo>
                  <a:pt x="10939127" y="448189"/>
                  <a:pt x="10954222" y="405504"/>
                  <a:pt x="10969318" y="359262"/>
                </a:cubicBezTo>
                <a:cubicBezTo>
                  <a:pt x="10981394" y="334364"/>
                  <a:pt x="11014605" y="320135"/>
                  <a:pt x="11038758" y="334364"/>
                </a:cubicBezTo>
                <a:cubicBezTo>
                  <a:pt x="11068949" y="348592"/>
                  <a:pt x="11059892" y="387720"/>
                  <a:pt x="11059892" y="416176"/>
                </a:cubicBezTo>
                <a:cubicBezTo>
                  <a:pt x="11062912" y="469532"/>
                  <a:pt x="11038758" y="494431"/>
                  <a:pt x="10996491" y="505101"/>
                </a:cubicBezTo>
                <a:cubicBezTo>
                  <a:pt x="10945164" y="519330"/>
                  <a:pt x="10893840" y="537116"/>
                  <a:pt x="10827418" y="558458"/>
                </a:cubicBezTo>
                <a:cubicBezTo>
                  <a:pt x="10899878" y="594028"/>
                  <a:pt x="10954222" y="586915"/>
                  <a:pt x="11008566" y="558458"/>
                </a:cubicBezTo>
                <a:cubicBezTo>
                  <a:pt x="11074988" y="526444"/>
                  <a:pt x="11162542" y="483759"/>
                  <a:pt x="11216886" y="522887"/>
                </a:cubicBezTo>
                <a:cubicBezTo>
                  <a:pt x="11298403" y="579800"/>
                  <a:pt x="11364824" y="544229"/>
                  <a:pt x="11437284" y="533558"/>
                </a:cubicBezTo>
                <a:cubicBezTo>
                  <a:pt x="11588242" y="512216"/>
                  <a:pt x="11494648" y="480203"/>
                  <a:pt x="11645605" y="462417"/>
                </a:cubicBezTo>
                <a:cubicBezTo>
                  <a:pt x="11705988" y="455303"/>
                  <a:pt x="11769390" y="426847"/>
                  <a:pt x="11856944" y="465975"/>
                </a:cubicBezTo>
                <a:cubicBezTo>
                  <a:pt x="11461437" y="672284"/>
                  <a:pt x="11274250" y="658055"/>
                  <a:pt x="10921012" y="910606"/>
                </a:cubicBezTo>
                <a:cubicBezTo>
                  <a:pt x="10936107" y="935506"/>
                  <a:pt x="10951202" y="924835"/>
                  <a:pt x="10966299" y="921277"/>
                </a:cubicBezTo>
                <a:cubicBezTo>
                  <a:pt x="10990452" y="917720"/>
                  <a:pt x="11020644" y="903491"/>
                  <a:pt x="11026682" y="949734"/>
                </a:cubicBezTo>
                <a:cubicBezTo>
                  <a:pt x="11029702" y="985305"/>
                  <a:pt x="11011585" y="1003089"/>
                  <a:pt x="10981394" y="1006647"/>
                </a:cubicBezTo>
                <a:cubicBezTo>
                  <a:pt x="10893840" y="1020875"/>
                  <a:pt x="10815342" y="1070674"/>
                  <a:pt x="10736844" y="1113358"/>
                </a:cubicBezTo>
                <a:cubicBezTo>
                  <a:pt x="10700615" y="1131144"/>
                  <a:pt x="10661366" y="1156043"/>
                  <a:pt x="10676462" y="1220069"/>
                </a:cubicBezTo>
                <a:cubicBezTo>
                  <a:pt x="10706652" y="1237855"/>
                  <a:pt x="10727787" y="1212955"/>
                  <a:pt x="10751940" y="1209399"/>
                </a:cubicBezTo>
                <a:cubicBezTo>
                  <a:pt x="10776093" y="1205842"/>
                  <a:pt x="10833457" y="1220069"/>
                  <a:pt x="10818360" y="1230741"/>
                </a:cubicBezTo>
                <a:cubicBezTo>
                  <a:pt x="10748920" y="1269868"/>
                  <a:pt x="10875724" y="1365909"/>
                  <a:pt x="10791190" y="1365909"/>
                </a:cubicBezTo>
                <a:cubicBezTo>
                  <a:pt x="10652309" y="1365909"/>
                  <a:pt x="10576830" y="1536647"/>
                  <a:pt x="10443988" y="1540204"/>
                </a:cubicBezTo>
                <a:cubicBezTo>
                  <a:pt x="10422854" y="1540204"/>
                  <a:pt x="10413797" y="1572219"/>
                  <a:pt x="10413797" y="1597117"/>
                </a:cubicBezTo>
                <a:cubicBezTo>
                  <a:pt x="10413797" y="1629132"/>
                  <a:pt x="10434930" y="1632688"/>
                  <a:pt x="10456064" y="1636245"/>
                </a:cubicBezTo>
                <a:cubicBezTo>
                  <a:pt x="10489275" y="1639802"/>
                  <a:pt x="10525504" y="1597117"/>
                  <a:pt x="10567772" y="1657587"/>
                </a:cubicBezTo>
                <a:cubicBezTo>
                  <a:pt x="10489275" y="1693158"/>
                  <a:pt x="10407758" y="1728729"/>
                  <a:pt x="10410777" y="1849668"/>
                </a:cubicBezTo>
                <a:cubicBezTo>
                  <a:pt x="10410777" y="1881683"/>
                  <a:pt x="10377566" y="1895910"/>
                  <a:pt x="10353413" y="1903025"/>
                </a:cubicBezTo>
                <a:cubicBezTo>
                  <a:pt x="10311146" y="1917252"/>
                  <a:pt x="10277935" y="1938595"/>
                  <a:pt x="10253782" y="1984836"/>
                </a:cubicBezTo>
                <a:cubicBezTo>
                  <a:pt x="10253782" y="1995507"/>
                  <a:pt x="10253782" y="2002622"/>
                  <a:pt x="10253782" y="2013292"/>
                </a:cubicBezTo>
                <a:cubicBezTo>
                  <a:pt x="10259820" y="2123562"/>
                  <a:pt x="10320202" y="2120004"/>
                  <a:pt x="10386624" y="2102219"/>
                </a:cubicBezTo>
                <a:cubicBezTo>
                  <a:pt x="10465122" y="2080877"/>
                  <a:pt x="10543619" y="2038192"/>
                  <a:pt x="10628156" y="2077320"/>
                </a:cubicBezTo>
                <a:cubicBezTo>
                  <a:pt x="10510408" y="2130676"/>
                  <a:pt x="10380586" y="2134233"/>
                  <a:pt x="10271896" y="2208931"/>
                </a:cubicBezTo>
                <a:cubicBezTo>
                  <a:pt x="10676462" y="2223159"/>
                  <a:pt x="11032720" y="1984836"/>
                  <a:pt x="11425208" y="1892353"/>
                </a:cubicBezTo>
                <a:cubicBezTo>
                  <a:pt x="11413131" y="1952823"/>
                  <a:pt x="11379920" y="1967051"/>
                  <a:pt x="11352748" y="1974165"/>
                </a:cubicBezTo>
                <a:cubicBezTo>
                  <a:pt x="11207830" y="2020407"/>
                  <a:pt x="11081026" y="2112891"/>
                  <a:pt x="10948184" y="2191146"/>
                </a:cubicBezTo>
                <a:cubicBezTo>
                  <a:pt x="10893840" y="2223159"/>
                  <a:pt x="10854590" y="2258731"/>
                  <a:pt x="10833457" y="2326314"/>
                </a:cubicBezTo>
                <a:cubicBezTo>
                  <a:pt x="10815342" y="2390340"/>
                  <a:pt x="10779112" y="2418796"/>
                  <a:pt x="10712690" y="2401012"/>
                </a:cubicBezTo>
                <a:cubicBezTo>
                  <a:pt x="10658346" y="2386784"/>
                  <a:pt x="10600982" y="2393898"/>
                  <a:pt x="10543619" y="2401012"/>
                </a:cubicBezTo>
                <a:cubicBezTo>
                  <a:pt x="10480218" y="2408126"/>
                  <a:pt x="10407758" y="2479267"/>
                  <a:pt x="10422854" y="2518395"/>
                </a:cubicBezTo>
                <a:cubicBezTo>
                  <a:pt x="10453044" y="2582422"/>
                  <a:pt x="10504370" y="2550408"/>
                  <a:pt x="10546639" y="2543294"/>
                </a:cubicBezTo>
                <a:cubicBezTo>
                  <a:pt x="10597964" y="2536181"/>
                  <a:pt x="10691556" y="2518395"/>
                  <a:pt x="10691556" y="2525509"/>
                </a:cubicBezTo>
                <a:cubicBezTo>
                  <a:pt x="10724768" y="2685576"/>
                  <a:pt x="10800246" y="2564636"/>
                  <a:pt x="10854590" y="2564636"/>
                </a:cubicBezTo>
                <a:cubicBezTo>
                  <a:pt x="10905916" y="2564636"/>
                  <a:pt x="10957241" y="2546851"/>
                  <a:pt x="11005548" y="2532623"/>
                </a:cubicBezTo>
                <a:cubicBezTo>
                  <a:pt x="11068949" y="2514837"/>
                  <a:pt x="11126312" y="2546851"/>
                  <a:pt x="11186696" y="2553965"/>
                </a:cubicBezTo>
                <a:cubicBezTo>
                  <a:pt x="11241040" y="2561080"/>
                  <a:pt x="11210850" y="2653563"/>
                  <a:pt x="11244060" y="2692689"/>
                </a:cubicBezTo>
                <a:cubicBezTo>
                  <a:pt x="11250097" y="2703362"/>
                  <a:pt x="11256136" y="2703362"/>
                  <a:pt x="11262174" y="2703362"/>
                </a:cubicBezTo>
                <a:cubicBezTo>
                  <a:pt x="11280289" y="2980812"/>
                  <a:pt x="11597299" y="2913227"/>
                  <a:pt x="11597299" y="2923898"/>
                </a:cubicBezTo>
                <a:cubicBezTo>
                  <a:pt x="11624471" y="2941684"/>
                  <a:pt x="11657682" y="2899000"/>
                  <a:pt x="11690892" y="2941684"/>
                </a:cubicBezTo>
                <a:cubicBezTo>
                  <a:pt x="11548993" y="3137322"/>
                  <a:pt x="11331614" y="3183563"/>
                  <a:pt x="11138390" y="3329402"/>
                </a:cubicBezTo>
                <a:cubicBezTo>
                  <a:pt x="11298403" y="3379202"/>
                  <a:pt x="11391998" y="3208463"/>
                  <a:pt x="11509744" y="3229805"/>
                </a:cubicBezTo>
                <a:cubicBezTo>
                  <a:pt x="11567107" y="3283162"/>
                  <a:pt x="11395016" y="3368530"/>
                  <a:pt x="11561068" y="3393429"/>
                </a:cubicBezTo>
                <a:cubicBezTo>
                  <a:pt x="11488610" y="3439672"/>
                  <a:pt x="11437284" y="3485914"/>
                  <a:pt x="11385959" y="3539269"/>
                </a:cubicBezTo>
                <a:cubicBezTo>
                  <a:pt x="11298403" y="3635309"/>
                  <a:pt x="11280289" y="3699337"/>
                  <a:pt x="11322556" y="3827390"/>
                </a:cubicBezTo>
                <a:cubicBezTo>
                  <a:pt x="11349730" y="3912759"/>
                  <a:pt x="11388978" y="3991015"/>
                  <a:pt x="11352748" y="4090612"/>
                </a:cubicBezTo>
                <a:cubicBezTo>
                  <a:pt x="11328595" y="4158196"/>
                  <a:pt x="11337653" y="4204438"/>
                  <a:pt x="11428226" y="4172424"/>
                </a:cubicBezTo>
                <a:cubicBezTo>
                  <a:pt x="11524840" y="4140411"/>
                  <a:pt x="11561068" y="4200882"/>
                  <a:pt x="11536915" y="4321821"/>
                </a:cubicBezTo>
                <a:cubicBezTo>
                  <a:pt x="11521821" y="4400076"/>
                  <a:pt x="11536915" y="4424975"/>
                  <a:pt x="11603338" y="4414305"/>
                </a:cubicBezTo>
                <a:cubicBezTo>
                  <a:pt x="11675796" y="4403633"/>
                  <a:pt x="11745236" y="4353835"/>
                  <a:pt x="11835811" y="4378734"/>
                </a:cubicBezTo>
                <a:cubicBezTo>
                  <a:pt x="11763352" y="4521016"/>
                  <a:pt x="11609374" y="4478331"/>
                  <a:pt x="11524840" y="4613499"/>
                </a:cubicBezTo>
                <a:cubicBezTo>
                  <a:pt x="11624471" y="4613499"/>
                  <a:pt x="11702969" y="4613499"/>
                  <a:pt x="11775427" y="4585042"/>
                </a:cubicBezTo>
                <a:cubicBezTo>
                  <a:pt x="11805619" y="4574373"/>
                  <a:pt x="11838830" y="4560144"/>
                  <a:pt x="11856944" y="4602828"/>
                </a:cubicBezTo>
                <a:cubicBezTo>
                  <a:pt x="11878080" y="4652628"/>
                  <a:pt x="11835811" y="4670412"/>
                  <a:pt x="11811658" y="4677526"/>
                </a:cubicBezTo>
                <a:cubicBezTo>
                  <a:pt x="11742216" y="4702425"/>
                  <a:pt x="11687874" y="4759339"/>
                  <a:pt x="11627490" y="4805580"/>
                </a:cubicBezTo>
                <a:cubicBezTo>
                  <a:pt x="11497668" y="4905177"/>
                  <a:pt x="11355767" y="4990547"/>
                  <a:pt x="11247078" y="5154171"/>
                </a:cubicBezTo>
                <a:cubicBezTo>
                  <a:pt x="11382940" y="5111487"/>
                  <a:pt x="11485590" y="5011889"/>
                  <a:pt x="11615414" y="4994104"/>
                </a:cubicBezTo>
                <a:cubicBezTo>
                  <a:pt x="11503704" y="5143500"/>
                  <a:pt x="11361806" y="5243097"/>
                  <a:pt x="11228964" y="5353367"/>
                </a:cubicBezTo>
                <a:cubicBezTo>
                  <a:pt x="11189714" y="5385379"/>
                  <a:pt x="11150466" y="5406721"/>
                  <a:pt x="11144428" y="5474306"/>
                </a:cubicBezTo>
                <a:cubicBezTo>
                  <a:pt x="11126312" y="5605917"/>
                  <a:pt x="11078008" y="5712629"/>
                  <a:pt x="10969318" y="5769542"/>
                </a:cubicBezTo>
                <a:cubicBezTo>
                  <a:pt x="10969318" y="5769542"/>
                  <a:pt x="10975356" y="5790884"/>
                  <a:pt x="10978374" y="5801555"/>
                </a:cubicBezTo>
                <a:cubicBezTo>
                  <a:pt x="11044797" y="5805112"/>
                  <a:pt x="11096122" y="5726858"/>
                  <a:pt x="11177639" y="5755314"/>
                </a:cubicBezTo>
                <a:cubicBezTo>
                  <a:pt x="11096122" y="5862025"/>
                  <a:pt x="11029702" y="5954508"/>
                  <a:pt x="10917992" y="6004307"/>
                </a:cubicBezTo>
                <a:cubicBezTo>
                  <a:pt x="10827418" y="6043434"/>
                  <a:pt x="10715710" y="6068335"/>
                  <a:pt x="10649289" y="6196388"/>
                </a:cubicBezTo>
                <a:cubicBezTo>
                  <a:pt x="10724768" y="6221287"/>
                  <a:pt x="10782132" y="6189274"/>
                  <a:pt x="10839496" y="6167932"/>
                </a:cubicBezTo>
                <a:cubicBezTo>
                  <a:pt x="10927050" y="6132361"/>
                  <a:pt x="11014605" y="6093234"/>
                  <a:pt x="11102160" y="6057663"/>
                </a:cubicBezTo>
                <a:cubicBezTo>
                  <a:pt x="11135372" y="6043434"/>
                  <a:pt x="11171600" y="6036320"/>
                  <a:pt x="11192734" y="6100347"/>
                </a:cubicBezTo>
                <a:cubicBezTo>
                  <a:pt x="11081026" y="6114575"/>
                  <a:pt x="11014605" y="6199945"/>
                  <a:pt x="10945164" y="6281757"/>
                </a:cubicBezTo>
                <a:cubicBezTo>
                  <a:pt x="10905916" y="6327999"/>
                  <a:pt x="10872705" y="6388469"/>
                  <a:pt x="10803265" y="6367127"/>
                </a:cubicBezTo>
                <a:cubicBezTo>
                  <a:pt x="10767036" y="6356456"/>
                  <a:pt x="10742882" y="6388469"/>
                  <a:pt x="10745901" y="6431153"/>
                </a:cubicBezTo>
                <a:cubicBezTo>
                  <a:pt x="10760998" y="6580550"/>
                  <a:pt x="10673442" y="6630349"/>
                  <a:pt x="10582868" y="6658805"/>
                </a:cubicBezTo>
                <a:cubicBezTo>
                  <a:pt x="10450026" y="6701489"/>
                  <a:pt x="10332280" y="6786859"/>
                  <a:pt x="10208496" y="6858000"/>
                </a:cubicBezTo>
                <a:lnTo>
                  <a:pt x="7272221" y="6858000"/>
                </a:lnTo>
                <a:lnTo>
                  <a:pt x="6362810" y="6858000"/>
                </a:lnTo>
                <a:lnTo>
                  <a:pt x="6139260" y="6858000"/>
                </a:lnTo>
                <a:lnTo>
                  <a:pt x="4282294" y="6858000"/>
                </a:lnTo>
                <a:lnTo>
                  <a:pt x="4114800" y="6858000"/>
                </a:lnTo>
                <a:lnTo>
                  <a:pt x="4038600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Qual é a diferença entre zigoto e embrião">
            <a:extLst>
              <a:ext uri="{FF2B5EF4-FFF2-40B4-BE49-F238E27FC236}">
                <a16:creationId xmlns:a16="http://schemas.microsoft.com/office/drawing/2014/main" id="{7E2F189D-4897-6F1C-AED4-74114623B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809479">
            <a:off x="4726432" y="178602"/>
            <a:ext cx="4295773" cy="6443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6723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187EBB2-BF75-D416-613F-8A155928D9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87" t="5294" r="14276" b="20000"/>
          <a:stretch/>
        </p:blipFill>
        <p:spPr>
          <a:xfrm>
            <a:off x="914400" y="-25401"/>
            <a:ext cx="10352314" cy="6901543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3BDC636C-9DA5-1E6C-429A-271AC760BA0C}"/>
              </a:ext>
            </a:extLst>
          </p:cNvPr>
          <p:cNvSpPr txBox="1"/>
          <p:nvPr/>
        </p:nvSpPr>
        <p:spPr>
          <a:xfrm>
            <a:off x="8763000" y="6516462"/>
            <a:ext cx="29935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/>
              <a:t>Embriologia Básica. Moore, K.L., 8ª. Ed, Elsevier</a:t>
            </a:r>
          </a:p>
        </p:txBody>
      </p:sp>
    </p:spTree>
    <p:extLst>
      <p:ext uri="{BB962C8B-B14F-4D97-AF65-F5344CB8AC3E}">
        <p14:creationId xmlns:p14="http://schemas.microsoft.com/office/powerpoint/2010/main" val="3306523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B89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Vetor de Human embryonic development, or human embryogenesis from zygote to  gastrula. Zygote, 2-cell, morula, blastula, gastrula. do Stock | Adobe Stock">
            <a:extLst>
              <a:ext uri="{FF2B5EF4-FFF2-40B4-BE49-F238E27FC236}">
                <a16:creationId xmlns:a16="http://schemas.microsoft.com/office/drawing/2014/main" id="{C0478DAA-F34D-61F5-B13F-F01C61CAF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1425194"/>
            <a:ext cx="10905066" cy="400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6882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Folhetos embrionários - Biologia Net">
            <a:extLst>
              <a:ext uri="{FF2B5EF4-FFF2-40B4-BE49-F238E27FC236}">
                <a16:creationId xmlns:a16="http://schemas.microsoft.com/office/drawing/2014/main" id="{BFB64226-864A-A3DC-1EA4-00F619DD6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577" y="942974"/>
            <a:ext cx="4854385" cy="5043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Folhetos embrionários :: Embriologia">
            <a:extLst>
              <a:ext uri="{FF2B5EF4-FFF2-40B4-BE49-F238E27FC236}">
                <a16:creationId xmlns:a16="http://schemas.microsoft.com/office/drawing/2014/main" id="{F54F9574-3C58-83EB-E23A-F193E7756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353" y="942974"/>
            <a:ext cx="6513932" cy="504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4689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37" r="13770"/>
          <a:stretch/>
        </p:blipFill>
        <p:spPr>
          <a:xfrm rot="10800000" flipV="1">
            <a:off x="2351584" y="83169"/>
            <a:ext cx="6984776" cy="68042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astrulação - Só Biologia">
            <a:extLst>
              <a:ext uri="{FF2B5EF4-FFF2-40B4-BE49-F238E27FC236}">
                <a16:creationId xmlns:a16="http://schemas.microsoft.com/office/drawing/2014/main" id="{FE433E14-F6D6-F5FD-5E51-75CB12720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863" y="2085975"/>
            <a:ext cx="10788274" cy="3471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FBE1AEC-82B0-4EE6-04ED-6D4FCEF9C8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686" t="16765" r="23284" b="72273"/>
          <a:stretch/>
        </p:blipFill>
        <p:spPr>
          <a:xfrm>
            <a:off x="1755774" y="1"/>
            <a:ext cx="8272461" cy="92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726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olhetos embrionários: entenda sua formação e classificação | Sistema  nervoso periférico, Platelmintos, Poriferos">
            <a:extLst>
              <a:ext uri="{FF2B5EF4-FFF2-40B4-BE49-F238E27FC236}">
                <a16:creationId xmlns:a16="http://schemas.microsoft.com/office/drawing/2014/main" id="{06E75F28-ED9A-CF12-304B-A3FBD95C8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0"/>
            <a:ext cx="6248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176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EE71C06-E942-8ADA-42B3-1EB1B8F9A5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767" t="16176" r="22732" b="15883"/>
          <a:stretch/>
        </p:blipFill>
        <p:spPr>
          <a:xfrm>
            <a:off x="1376581" y="685799"/>
            <a:ext cx="8581807" cy="583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555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3DFCF7E-8EE8-2E74-64A3-AA347074EC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86" t="27731" r="23284" b="12059"/>
          <a:stretch/>
        </p:blipFill>
        <p:spPr>
          <a:xfrm>
            <a:off x="1731961" y="878530"/>
            <a:ext cx="8272461" cy="510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686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Neurulaçã: as etapas embrionárias. Endoderme, Ectoderme, Mesoderme">
            <a:extLst>
              <a:ext uri="{FF2B5EF4-FFF2-40B4-BE49-F238E27FC236}">
                <a16:creationId xmlns:a16="http://schemas.microsoft.com/office/drawing/2014/main" id="{CE3066B4-1E5F-2FAE-BC71-CFC973105C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6" t="12422" r="10960"/>
          <a:stretch/>
        </p:blipFill>
        <p:spPr bwMode="auto">
          <a:xfrm>
            <a:off x="1309687" y="471489"/>
            <a:ext cx="9834563" cy="5804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8364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EMBRIOLOGIA DO SISTEMA NERVOSO - ppt video online carregar">
            <a:extLst>
              <a:ext uri="{FF2B5EF4-FFF2-40B4-BE49-F238E27FC236}">
                <a16:creationId xmlns:a16="http://schemas.microsoft.com/office/drawing/2014/main" id="{7B986C15-71FB-88C0-225B-B392374651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 bwMode="auto">
          <a:xfrm>
            <a:off x="1338263" y="535781"/>
            <a:ext cx="9144000" cy="5786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4729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A2DF8D8-47BA-0D80-9C30-70DF2719A5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848" t="12059" r="22917" b="10883"/>
          <a:stretch/>
        </p:blipFill>
        <p:spPr>
          <a:xfrm>
            <a:off x="1692415" y="295490"/>
            <a:ext cx="8265975" cy="6295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104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A404032-609D-31EF-8F7C-63A874902F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81" t="21579" r="42125" b="27083"/>
          <a:stretch/>
        </p:blipFill>
        <p:spPr>
          <a:xfrm>
            <a:off x="257175" y="1025341"/>
            <a:ext cx="6429375" cy="411815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2516E11-4BAB-364A-8A61-7F9DE3FF1F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274" t="20882" r="7476" b="7647"/>
          <a:stretch/>
        </p:blipFill>
        <p:spPr>
          <a:xfrm>
            <a:off x="6807114" y="85206"/>
            <a:ext cx="5127711" cy="6687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53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Desenvolvimento embrionário da face (24 a 31 dias). Fonte -MOORE, K.... |  Download Scientific Diagram">
            <a:extLst>
              <a:ext uri="{FF2B5EF4-FFF2-40B4-BE49-F238E27FC236}">
                <a16:creationId xmlns:a16="http://schemas.microsoft.com/office/drawing/2014/main" id="{7D8492EB-BB9B-9C4C-940E-02E90E5F6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9554"/>
            <a:ext cx="7186613" cy="5876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67C53D2-D43F-FA9D-36C1-53B0E8D45B37}"/>
              </a:ext>
            </a:extLst>
          </p:cNvPr>
          <p:cNvSpPr txBox="1"/>
          <p:nvPr/>
        </p:nvSpPr>
        <p:spPr>
          <a:xfrm>
            <a:off x="2546747" y="6506170"/>
            <a:ext cx="60936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/>
              <a:t>https://</a:t>
            </a:r>
            <a:r>
              <a:rPr lang="pt-BR" sz="800" dirty="0" err="1"/>
              <a:t>www.researchgate.net</a:t>
            </a:r>
            <a:r>
              <a:rPr lang="pt-BR" sz="800" dirty="0"/>
              <a:t>/figure/Desenvolvimento-embrionario-da-face-24-a-31-dias-Fonte-MOORE-K-L-Embriologia_fig1_305316208</a:t>
            </a:r>
          </a:p>
        </p:txBody>
      </p:sp>
      <p:pic>
        <p:nvPicPr>
          <p:cNvPr id="12292" name="Picture 4" descr="Desenvolvimento embrionário da face (24 a 31 dias). Fonte -MOORE, K.... |  Download Scientific Diagram">
            <a:extLst>
              <a:ext uri="{FF2B5EF4-FFF2-40B4-BE49-F238E27FC236}">
                <a16:creationId xmlns:a16="http://schemas.microsoft.com/office/drawing/2014/main" id="{B7055018-ED22-5A41-04A7-7BFB55DB6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4" y="1234281"/>
            <a:ext cx="4389438" cy="4389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0607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A44A8D0-6539-D60D-98D4-401B4093E8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71" t="22059" r="47943" b="13366"/>
          <a:stretch/>
        </p:blipFill>
        <p:spPr>
          <a:xfrm>
            <a:off x="1042988" y="1052513"/>
            <a:ext cx="4932817" cy="4752974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65ABA195-A973-64E6-70B9-FA197A9282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602" t="22059" r="15146" b="3529"/>
          <a:stretch/>
        </p:blipFill>
        <p:spPr>
          <a:xfrm>
            <a:off x="6786563" y="0"/>
            <a:ext cx="3743325" cy="677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725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Embriogênese da Medula Espinhal - Embriologia">
            <a:extLst>
              <a:ext uri="{FF2B5EF4-FFF2-40B4-BE49-F238E27FC236}">
                <a16:creationId xmlns:a16="http://schemas.microsoft.com/office/drawing/2014/main" id="{F3BF0B01-E4E4-1D26-EFE8-B41D4CAD9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94" y="106681"/>
            <a:ext cx="8698706" cy="6644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6859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7" name="Rectangle 7176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83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9" name="Rectangle 7178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2" name="Picture 4" descr="Células Nervosas - Toda Matéria">
            <a:extLst>
              <a:ext uri="{FF2B5EF4-FFF2-40B4-BE49-F238E27FC236}">
                <a16:creationId xmlns:a16="http://schemas.microsoft.com/office/drawing/2014/main" id="{90C9009C-1BD2-F2D6-1E8C-7C12FD071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6866" y="1424178"/>
            <a:ext cx="5346192" cy="4009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81" name="Rectangle 7180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76DA33C-747E-18D2-AA9D-31F2B26DC2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606" t="14117" r="29537" b="6470"/>
          <a:stretch/>
        </p:blipFill>
        <p:spPr>
          <a:xfrm>
            <a:off x="641180" y="768916"/>
            <a:ext cx="5129784" cy="532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613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6B58860-7E71-6F55-8CAF-FD619DC249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01" t="22941" r="8762" b="3236"/>
          <a:stretch/>
        </p:blipFill>
        <p:spPr>
          <a:xfrm>
            <a:off x="986426" y="572645"/>
            <a:ext cx="10219147" cy="571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5833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DESENVOLVIMENTO DO ENCEFALO - Embriologia">
            <a:extLst>
              <a:ext uri="{FF2B5EF4-FFF2-40B4-BE49-F238E27FC236}">
                <a16:creationId xmlns:a16="http://schemas.microsoft.com/office/drawing/2014/main" id="{C78643DD-68E0-BED3-D4A4-A707149E48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792" r="15784"/>
          <a:stretch/>
        </p:blipFill>
        <p:spPr bwMode="auto">
          <a:xfrm>
            <a:off x="2171700" y="-1"/>
            <a:ext cx="7449003" cy="3638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Embriologia do sistema nervoso – Anatomia papel e caneta">
            <a:extLst>
              <a:ext uri="{FF2B5EF4-FFF2-40B4-BE49-F238E27FC236}">
                <a16:creationId xmlns:a16="http://schemas.microsoft.com/office/drawing/2014/main" id="{EF073F51-272D-23C6-376F-70B1E52A5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36" y="4137851"/>
            <a:ext cx="8158163" cy="2610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Arredondado 1">
            <a:extLst>
              <a:ext uri="{FF2B5EF4-FFF2-40B4-BE49-F238E27FC236}">
                <a16:creationId xmlns:a16="http://schemas.microsoft.com/office/drawing/2014/main" id="{EFC4C2B7-2BFE-5604-F334-58ED83B40068}"/>
              </a:ext>
            </a:extLst>
          </p:cNvPr>
          <p:cNvSpPr/>
          <p:nvPr/>
        </p:nvSpPr>
        <p:spPr>
          <a:xfrm>
            <a:off x="1571625" y="-1"/>
            <a:ext cx="8829675" cy="3857626"/>
          </a:xfrm>
          <a:prstGeom prst="roundRect">
            <a:avLst/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Arredondado 2">
            <a:extLst>
              <a:ext uri="{FF2B5EF4-FFF2-40B4-BE49-F238E27FC236}">
                <a16:creationId xmlns:a16="http://schemas.microsoft.com/office/drawing/2014/main" id="{FE698802-67C2-22AD-B171-96D5F99911C5}"/>
              </a:ext>
            </a:extLst>
          </p:cNvPr>
          <p:cNvSpPr/>
          <p:nvPr/>
        </p:nvSpPr>
        <p:spPr>
          <a:xfrm>
            <a:off x="1671637" y="3857625"/>
            <a:ext cx="8729663" cy="3062281"/>
          </a:xfrm>
          <a:prstGeom prst="roundRect">
            <a:avLst/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01486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Desenvolvimento Do Sistema Nervoso - ZULEDU">
            <a:extLst>
              <a:ext uri="{FF2B5EF4-FFF2-40B4-BE49-F238E27FC236}">
                <a16:creationId xmlns:a16="http://schemas.microsoft.com/office/drawing/2014/main" id="{0D4107CE-EB8B-FE18-157C-A9F565F4B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238" y="0"/>
            <a:ext cx="96599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6A6ACEC0-F489-1EFA-E5F3-FF7589A7CB03}"/>
              </a:ext>
            </a:extLst>
          </p:cNvPr>
          <p:cNvSpPr/>
          <p:nvPr/>
        </p:nvSpPr>
        <p:spPr>
          <a:xfrm>
            <a:off x="8858250" y="100013"/>
            <a:ext cx="2066925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60630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1B62626-A617-4723-4B33-27038BC6BD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333" t="22059" r="8579" b="3824"/>
          <a:stretch/>
        </p:blipFill>
        <p:spPr>
          <a:xfrm>
            <a:off x="971550" y="485332"/>
            <a:ext cx="10559822" cy="588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0965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Aprendendo Embriologia">
            <a:extLst>
              <a:ext uri="{FF2B5EF4-FFF2-40B4-BE49-F238E27FC236}">
                <a16:creationId xmlns:a16="http://schemas.microsoft.com/office/drawing/2014/main" id="{05FEF6E2-3684-25D4-5CAD-4ECAF7687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068" y="789781"/>
            <a:ext cx="8849282" cy="5635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55918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B5B3D17-7718-F3C6-E13A-9E38863DE2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671" t="11176" r="18137" b="23235"/>
          <a:stretch/>
        </p:blipFill>
        <p:spPr>
          <a:xfrm>
            <a:off x="1128713" y="38421"/>
            <a:ext cx="9858375" cy="682738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1FF46B1-A6C5-8482-225D-99744F9B01A3}"/>
              </a:ext>
            </a:extLst>
          </p:cNvPr>
          <p:cNvSpPr txBox="1"/>
          <p:nvPr/>
        </p:nvSpPr>
        <p:spPr>
          <a:xfrm>
            <a:off x="8763000" y="6491288"/>
            <a:ext cx="29935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/>
              <a:t>Embriologia Básica. Moore, K.L., 8ª. Ed, Elsevier</a:t>
            </a:r>
          </a:p>
        </p:txBody>
      </p:sp>
    </p:spTree>
    <p:extLst>
      <p:ext uri="{BB962C8B-B14F-4D97-AF65-F5344CB8AC3E}">
        <p14:creationId xmlns:p14="http://schemas.microsoft.com/office/powerpoint/2010/main" val="6924076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2D01A54-9E35-83EB-8713-423267E738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488" t="12353" r="20159" b="17353"/>
          <a:stretch/>
        </p:blipFill>
        <p:spPr>
          <a:xfrm>
            <a:off x="1802606" y="140148"/>
            <a:ext cx="8586788" cy="657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1469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3723D96-C46A-3902-B0B3-32844603B0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914" t="10587" r="14277" b="11766"/>
          <a:stretch/>
        </p:blipFill>
        <p:spPr>
          <a:xfrm>
            <a:off x="2033261" y="344976"/>
            <a:ext cx="8425189" cy="621298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CB2F4D4-5F29-A60F-486B-48ECF5F4B48E}"/>
              </a:ext>
            </a:extLst>
          </p:cNvPr>
          <p:cNvSpPr txBox="1"/>
          <p:nvPr/>
        </p:nvSpPr>
        <p:spPr>
          <a:xfrm>
            <a:off x="8763000" y="6570819"/>
            <a:ext cx="29935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/>
              <a:t>Embriologia Básica. Moore, K.L., 8ª. Ed, Elsevier</a:t>
            </a:r>
          </a:p>
        </p:txBody>
      </p:sp>
    </p:spTree>
    <p:extLst>
      <p:ext uri="{BB962C8B-B14F-4D97-AF65-F5344CB8AC3E}">
        <p14:creationId xmlns:p14="http://schemas.microsoft.com/office/powerpoint/2010/main" val="37051707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A0B943E-7EA9-0E1F-5970-3B157F0AAB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331" t="9216" r="24202" b="251"/>
          <a:stretch/>
        </p:blipFill>
        <p:spPr>
          <a:xfrm>
            <a:off x="3287485" y="85686"/>
            <a:ext cx="5845629" cy="6686628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1AA986F-ECEF-9AC7-E701-98D1C8A021B0}"/>
              </a:ext>
            </a:extLst>
          </p:cNvPr>
          <p:cNvSpPr txBox="1"/>
          <p:nvPr/>
        </p:nvSpPr>
        <p:spPr>
          <a:xfrm>
            <a:off x="9481457" y="6556870"/>
            <a:ext cx="29935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/>
              <a:t>Embriologia Básica. Moore, K.L., 8ª. Ed, Elsevier</a:t>
            </a:r>
          </a:p>
        </p:txBody>
      </p:sp>
    </p:spTree>
    <p:extLst>
      <p:ext uri="{BB962C8B-B14F-4D97-AF65-F5344CB8AC3E}">
        <p14:creationId xmlns:p14="http://schemas.microsoft.com/office/powerpoint/2010/main" val="15719899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1" name="Rectangle 1127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162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3" name="Rectangle 1127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6869BB38-4B39-C11A-FD3C-0BA20B16E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07229" y="643467"/>
            <a:ext cx="8377542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91405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1" name="Rectangle 11270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3" name="Rectangle 11272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66" name="Picture 2" descr="Pin em Inspirações">
            <a:extLst>
              <a:ext uri="{FF2B5EF4-FFF2-40B4-BE49-F238E27FC236}">
                <a16:creationId xmlns:a16="http://schemas.microsoft.com/office/drawing/2014/main" id="{DAF58A5B-5B32-673E-3FCB-BBE98690A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45286" y="643467"/>
            <a:ext cx="5501427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38562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95</Words>
  <Application>Microsoft Macintosh PowerPoint</Application>
  <PresentationFormat>Widescreen</PresentationFormat>
  <Paragraphs>12</Paragraphs>
  <Slides>31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Calibri Light</vt:lpstr>
      <vt:lpstr>Symbol</vt:lpstr>
      <vt:lpstr>Times New Roman</vt:lpstr>
      <vt:lpstr>Wingdings</vt:lpstr>
      <vt:lpstr>Tema do Office</vt:lpstr>
      <vt:lpstr>Apresentação do PowerPoint</vt:lpstr>
      <vt:lpstr>EMBRIOLOGIA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Laiza Barros</dc:creator>
  <cp:lastModifiedBy>Laiza Barros</cp:lastModifiedBy>
  <cp:revision>32</cp:revision>
  <dcterms:created xsi:type="dcterms:W3CDTF">2022-08-17T22:39:23Z</dcterms:created>
  <dcterms:modified xsi:type="dcterms:W3CDTF">2026-02-19T21:38:32Z</dcterms:modified>
</cp:coreProperties>
</file>